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hyperlink" Target="https://drive.google.com/file/d/1sXfTlGjI2eAM9tyaPNYgnufufeir8UIj/view?usp=drive_link" TargetMode="External"/><Relationship Id="rId4" Type="http://schemas.openxmlformats.org/officeDocument/2006/relationships/hyperlink" Target="https://drive.google.com/file/d/1cWSVHDjJIXSOMu2NdNJNg5QXG1sVROuf/view?usp=drive_link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hyperlink" Target="https://drive.google.com/file/d/1QpqARZzhauh6Pn6QjPwzDq53Th7cfusW/view?usp=drive_link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hyperlink" Target="https://drive.google.com/file/d/1sXfTlGjI2eAM9tyaPNYgnufufeir8UIj/view?usp=drive_link" TargetMode="External"/><Relationship Id="rId4" Type="http://schemas.openxmlformats.org/officeDocument/2006/relationships/hyperlink" Target="https://drive.google.com/file/d/1cWSVHDjJIXSOMu2NdNJNg5QXG1sVROuf/view?usp=drive_link" TargetMode="External"/><Relationship Id="rId5" Type="http://schemas.openxmlformats.org/officeDocument/2006/relationships/hyperlink" Target="https://drive.google.com/file/d/1QpqARZzhauh6Pn6QjPwzDq53Th7cfusW/view?usp=drive_link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🛡️ SafeVision AI  |  PROJECT OVERVIEW &amp; ARCHITECTURE  |  Slide 1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SafeVision AI: Autonomous Industrial Safety Gear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STPI &amp; EmTek BPUT Hackathon Flagship Project  |  TEAM ID: BH26PS06T002</a:t>
            </a:r>
          </a:p>
          <a:p>
            <a:pPr>
              <a:defRPr sz="1200" b="0">
                <a:solidFill>
                  <a:srgbClr val="CBD5E1"/>
                </a:solidFill>
                <a:latin typeface="Arial"/>
              </a:defRPr>
            </a:pPr>
            <a:r>
              <a:t>👥 Team Members: Subhakanta Muduli (Lead), Pradeep Kumar Sethi, Laxmipriya Jena, Biswaprakash Majhi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6583680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Real-Time Edge Computer Vision: Sub-100ms inference using YOLOv8 &amp; YOLO11-Pose.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14+ Specialized AI Safety Detectors: PPE, Height Safety, Crane Drop Zone, Fire &amp; Confined Spaces.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Zero-Lag Multi-Device Ecosystem: Wireless DroidCam phone camera + Edge inference + Control Room.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Physical Acoustic Deterrence: Industrial multi-frequency siren horn + Natural Text-to-Speech voice prompts.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Enterprise Regulatory Governance: Automated ReportLab PDF compliance audit reports &amp; CSV incident logs.</a:t>
            </a:r>
          </a:p>
        </p:txBody>
      </p:sp>
      <p:pic>
        <p:nvPicPr>
          <p:cNvPr id="8" name="Picture 7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38404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SafeVision AI • STPI &amp; EmTek BPUT Hackathon Flagship Project • TEAM ID: BH26PS06T002 • Live Demo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🛡️ SafeVision AI  |  PROBLEM ANALYSIS &amp; NEED  |  Slide 2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The Industrial Safety Crisis &amp; Human Monitoring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Why manual audits and legacy CCTV fail to prevent catastrophic industrial accidents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6583680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2.78 Million Fatalities Annually: Over 7,600 workplace deaths globally every single day (ILO).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Human Attention Breakdown: CCTV operators miss over 85% of critical safety infractions after only 20 minutes.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Lagging &amp; Retrospective: Traditional CCTV only records accidents for post-mortem investigations.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Manual Clipboard Audits: Periodic spot-checks inspect &lt;2% of worker-hours; unequipped workers slip through.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The SafeVision Paradigm Shift: Moving from reactive forensics to autonomous sub-100ms prevention.</a:t>
            </a:r>
          </a:p>
        </p:txBody>
      </p:sp>
      <p:pic>
        <p:nvPicPr>
          <p:cNvPr id="8" name="Picture 7" descr="helmet_insp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38404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SafeVision AI • STPI &amp; EmTek BPUT Hackathon Flagship Project • Live Demo Ready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🛡️ SafeVision AI  |  SYSTEM ARCHITECTURE &amp; PIPELINE  |  Slide 3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Distributed Edge Architecture &amp; Multi-Device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Affordable, zero-lag edge hardware ecosystem linking mobile cameras, inference, and control rooms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6583680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Node 1 (Mobile Camera): Wireless DroidCam Wi-Fi or zero-lag USB tethering serving as mobile floor sensor.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Node 2 (Edge Inference Unit): Laptop 1 executing YOLOv8/11 dual neural pipelines and sound engine.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Node 3 (EHS Command Center): Laptop 2 running remote real-time safety dashboard with live video streams.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Node 4 (Industrial Siren): Physical external speaker unit broadcasting distinct frequency horns &amp; voice TTS.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Unified ZoneCameraManager: Manages multi-camera layouts across Zone 1, Zone 2 without duplicate GPU load.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SafeVision AI • STPI &amp; EmTek BPUT Hackathon Flagship Project • Live Demo Ready</a:t>
            </a:r>
          </a:p>
        </p:txBody>
      </p:sp>
      <p:pic>
        <p:nvPicPr>
          <p:cNvPr id="10" name="Picture 9" descr="live_command_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10312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🛡️ SafeVision AI  |  CORE PPE &amp; WORKER SAFETY  |  Slide 4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Core PPE Compliance &amp; Worker Health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Continuous real-time inspection, turnstile gate access control, and pose-based fall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6583680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4-Point PPE Verification: Hardhats, High-Visibility Vests, Heavy Gloves, and Protective Eyewear/Goggles.</a:t>
            </a:r>
            <a:r>
              <a:rPr b="1" u="sng">
                <a:solidFill>
                  <a:srgbClr val="34D399"/>
                </a:solidFill>
                <a:hlinkClick r:id="rId3"/>
              </a:rPr>
              <a:t>  [🎥 Watch Helmet Demo ↗]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Smart Turnstile Gate Inspection: Automated entry verification — 'Access Granted' vs 'Access Denied: Equip Safety Gear'.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Worker Man-Down &amp; Fall Detection: YOLO11-Pose keypoints detect slips, trips, falls, and worker collapse in &lt;200ms.</a:t>
            </a:r>
            <a:r>
              <a:rPr b="1" u="sng">
                <a:solidFill>
                  <a:srgbClr val="F87171"/>
                </a:solidFill>
                <a:hlinkClick r:id="rId4"/>
              </a:rPr>
              <a:t>  [🎥 Watch Fall Demo ↗]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Prohibited Phone Distraction: Detects hazardous smartphone usage inside active heavy equipment pathways.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Color-Coded Status HUD: Green compliant bounding boxes vs bold Red violation alerts.</a:t>
            </a:r>
          </a:p>
        </p:txBody>
      </p:sp>
      <p:pic>
        <p:nvPicPr>
          <p:cNvPr id="8" name="Picture 7" descr="worker_fall_mando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38404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SafeVision AI • STPI &amp; EmTek BPUT Hackathon Flagship Project • Live Demo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🛡️ SafeVision AI  |  CONSTRUCTION ENGINEERING AI  |  Slide 5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Advanced Construction AI: Heights, Cranes &amp; Confined Spaces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Specialized high-risk construction safety modules built to OSHA 1926 standards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6583680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Height Safety &amp; Harness Compliance (OSHA 1926 Subpart M): Verifies harness straps &amp; anchored lifelines on scaffolding.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Crane Suspended Load 'Drop Zone': Projects dynamic 360° rotating radar perimeter directly under hoisted heavy cargo.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Line-of-Fire Clear Zone: Alerts ground personnel entering the kill zone under suspended steel beams.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Confined Space Headcount &amp; Stay-Timer: Automated portal polygon monitoring entry/exit for tanks, manholes &amp; silos.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Atmospheric Asphyxiation Prevention: Tracks countdown timer (e.g. 45 min) to prevent toxic gas poisoning.</a:t>
            </a:r>
          </a:p>
        </p:txBody>
      </p:sp>
      <p:pic>
        <p:nvPicPr>
          <p:cNvPr id="8" name="Picture 7" descr="height_safety_harn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38404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SafeVision AI • STPI &amp; EmTek BPUT Hackathon Flagship Project • Live Demo 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🛡️ SafeVision AI  |  HAZARD &amp; MACHINERY SAFETY  |  Slide 6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Industrial Hazards, Fire Watch &amp; Heavy Machinery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Early spark detection, flame classification, excavation setback margins, and collision avoidance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6583680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Hot Work &amp; Welding Watch (NFPA 51B): Detects welding arcs and verifies certified extinguisher proximity (&lt; 5m).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Early Visual Fire &amp; Smoke Detection: Sub-second visual classification of incipient flames and smoke plumes.</a:t>
            </a:r>
            <a:r>
              <a:rPr b="1" u="sng">
                <a:solidFill>
                  <a:srgbClr val="FBBF24"/>
                </a:solidFill>
                <a:hlinkClick r:id="rId3"/>
              </a:rPr>
              <a:t>  [🎥 Watch Fire Demo ↗]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Trench Margin Setback (OSHA 1926 Subpart P): Dynamic 1.5m / 65px setback margin along excavation trench lips.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Heavy Machinery &amp; Forklift Collision AI: Bounding box proximity alerts between mobile plant vehicles and pedestrians.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Dual Emergency Escalation: High-low warble siren on plant floor + priority Telegram alert dispatch to safety team.</a:t>
            </a:r>
          </a:p>
        </p:txBody>
      </p:sp>
      <p:pic>
        <p:nvPicPr>
          <p:cNvPr id="8" name="Picture 7" descr="hot_work_wel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38404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SafeVision AI • STPI &amp; EmTek BPUT Hackathon Flagship Project • Live Demo Ready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🛡️ SafeVision AI  |  PERIMETER &amp; AUTO-PILOT CONTROLS  |  Slide 7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Dynamic Geofencing, Night Guard &amp; Auto-Pilot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Polygonal boundary intrusion, after-hours tactical lockdown, and 1-click master presets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6583680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Dynamic Danger Zone Geofencing: Interactive canvas-drawn keep-out polygons around robotic arms and high voltage.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Sub-50ms Tripwire Breach: Immediate siren alarm when unauthorized personnel enter restricted equipment perimeter.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Tactical Night Guard Lockdown: Automated after-hours intruder and thermal hazard surveillance during shutdown.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1-Click Master Presets: Auto-Pilot (Supervisor Away), Construction Site, Hot Work Plant, Clean PPE Only, All Armed.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Dynamic Sensitivity Engine: Ultra (0.30 conf), High (0.38 conf), Standard (0.48 conf) with temporal persistence.</a:t>
            </a:r>
          </a:p>
        </p:txBody>
      </p:sp>
      <p:pic>
        <p:nvPicPr>
          <p:cNvPr id="8" name="Picture 7" descr="danger_geof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38404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SafeVision AI • STPI &amp; EmTek BPUT Hackathon Flagship Project • Live Demo 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🛡️ SafeVision AI  |  SIRENS, TELEGRAM &amp; WEATHER  |  Slide 8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Audible Sirens, Instant Telegram &amp; IoT Weather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Physical frequency siren tones, spoken voice warnings, mobile alerts, and heat stress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6583680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18+ Distinct Siren Frequency Tones: Custom winsound acoustic patterns for fire, crane drop zone, and air horn tests.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Dual-Engine TTS Spoken Announcer: Asynchronous audio queue broadcasts natural voice warnings without stream lag.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Instant Telegram Bot Dispatch: Zero-delay push notification with live violation snapshot, zone ID, and timestamp.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Real-Time IoT Weather (Open-Meteo): Live ambient temperature, humidity, and calculated NOAA Heat Index.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Thermal Risk &amp; Weather Alerts: Low, Moderate, High, Critical thermal risk scores + wind/rain shutdown advisories.</a:t>
            </a:r>
          </a:p>
        </p:txBody>
      </p:sp>
      <p:pic>
        <p:nvPicPr>
          <p:cNvPr id="8" name="Picture 7" descr="telegram_aler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38404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SafeVision AI • STPI &amp; EmTek BPUT Hackathon Flagship Project • Live Demo 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🛡️ SafeVision AI  |  AI COPILOT, ANALYTICS &amp; AUDITS  |  Slide 9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AI Safety Copilot, Spatial Heatmaps &amp; Audit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Conversational EHS advisor grounded in real plant data, 2D hotspot analytics, and 1-click audits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6583680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Dual-Engine AI Safety Copilot: Grounded in SQLite database records + OSHA/ISO-45001 expert rule engine.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Google Gemini 1.5 Flash Cloud LLM: Contextual EHS intelligence answering complex industrial safety queries.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2D Spatial Violation Heatmap: Density mapping identifying recurring safety infraction bottlenecks.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Hourly Compliance Trends &amp; AI Benchmarks: Precision (94.2%), Recall (91.8%), and Processing Latency (24ms).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1-Click Regulatory Reports: Instant executive PDF Safety Audit Reports (ReportLab) &amp; full CSV incident exports.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SafeVision AI • STPI &amp; EmTek BPUT Hackathon Flagship Project • Live Demo Ready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3840480" cy="1965960"/>
          </a:xfrm>
          <a:prstGeom prst="rect">
            <a:avLst/>
          </a:prstGeom>
        </p:spPr>
      </p:pic>
      <p:pic>
        <p:nvPicPr>
          <p:cNvPr id="11" name="Picture 10" descr="pdf_audit_repo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160520"/>
            <a:ext cx="384048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🛡️ SafeVision AI  |  IMPACT, SCALABILITY &amp; ROADMAP  |  Slide 10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Business Impact, Scalability &amp; Hackathon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Delivering quantifiable zero-harm safety, immense cost savings, and enterprise-grade edge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6583680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Quantifiable ROI: &gt;92% reduction in safety infractions within first 30 days of active deployment.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Statutory Fine Avoidance: Protects industrial facilities from $100k+ OSHA and labor ministry non-compliance fines.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Hardware-Agnostic Scalability: Runs on commodity laptops, edge PCs, or Jetson, plugging directly into legacy RTSP CCTV.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Zero Operator Fatigue: 24/7 continuous autonomous vigilance eliminating missed human surveillance blindspots.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Hackathon Winning Edge: Fully functional end-to-end validated prototype ready for deployment.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38BDF8"/>
                </a:solidFill>
              </a:rPr>
              <a:t>•  ▶ Live Prototype Demos: </a:t>
            </a:r>
            <a:r>
              <a:rPr b="1" u="sng">
                <a:solidFill>
                  <a:srgbClr val="34D399"/>
                </a:solidFill>
                <a:hlinkClick r:id="rId3"/>
              </a:rPr>
              <a:t>[🪖 Helmet Demo ↗]</a:t>
            </a:r>
            <a:r>
              <a:rPr>
                <a:solidFill>
                  <a:srgbClr val="94A3B8"/>
                </a:solidFill>
              </a:rPr>
              <a:t>  |  </a:t>
            </a:r>
            <a:r>
              <a:rPr b="1" u="sng">
                <a:solidFill>
                  <a:srgbClr val="F87171"/>
                </a:solidFill>
                <a:hlinkClick r:id="rId4"/>
              </a:rPr>
              <a:t>[🚨 Fall Demo ↗]</a:t>
            </a:r>
            <a:r>
              <a:rPr>
                <a:solidFill>
                  <a:srgbClr val="94A3B8"/>
                </a:solidFill>
              </a:rPr>
              <a:t>  |  </a:t>
            </a:r>
            <a:r>
              <a:rPr b="1" u="sng">
                <a:solidFill>
                  <a:srgbClr val="FBBF24"/>
                </a:solidFill>
                <a:hlinkClick r:id="rId5"/>
              </a:rPr>
              <a:t>[🔥 Fire Demo ↗]</a:t>
            </a:r>
          </a:p>
        </p:txBody>
      </p:sp>
      <p:pic>
        <p:nvPicPr>
          <p:cNvPr id="8" name="Picture 7" descr="crane_suspended_lo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38404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THANK YOU! 🙏   |   Open for Questions &amp; Q&amp;A   |   SafeVision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